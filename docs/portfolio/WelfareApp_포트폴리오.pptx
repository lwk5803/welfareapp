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212080"/>
            <a:ext cx="914400" cy="54864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5029200"/>
            <a:ext cx="640080" cy="73152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0" y="4572000"/>
            <a:ext cx="914400" cy="45720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5166360"/>
            <a:ext cx="91440" cy="91440"/>
          </a:xfrm>
          <a:prstGeom prst="ellipse">
            <a:avLst/>
          </a:prstGeom>
          <a:solidFill>
            <a:srgbClr val="C99A4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7150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11201400" y="498348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0287000" y="452628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PORTFOLIO   ·   WELFAREAPP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9202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사회복지관 회원관리 &amp;</a:t>
            </a:r>
            <a:endParaRPr lang="en-US" sz="4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복지서비스 추천 시스템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[이름]   ·   비전공자   ·   AI / 백엔드 개발자 지망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5806440"/>
            <a:ext cx="3749040" cy="502920"/>
          </a:xfrm>
          <a:prstGeom prst="roundRect">
            <a:avLst>
              <a:gd name="adj" fmla="val 50000"/>
            </a:avLst>
          </a:prstGeom>
          <a:solidFill>
            <a:srgbClr val="17285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5948172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280160" y="5806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github.com/lwk5803/WelfareApp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576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사회복지사의 회원 등록·관리 업무를 돕고, 정부 공공데이터와 LLM을 결합해 회원 맞춤 복지서비스를 추천하는 웹 서비스입니다. 기획부터 배포, 외부 테스터의 실사용 피드백 수집·반영까지 전 과정을 직접 진행했습니다.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93776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937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github.com/lwk5803/WelfareApp  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23560" y="1783080"/>
            <a:ext cx="2857500" cy="17145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97880" y="2039112"/>
            <a:ext cx="23088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2788920"/>
            <a:ext cx="23088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테스터 피드백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수집·반영 라운드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709660" y="1783080"/>
            <a:ext cx="2857500" cy="17145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83980" y="2039112"/>
            <a:ext cx="23088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4건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983980" y="2788920"/>
            <a:ext cx="23088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 중 발견해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진단·수정한 버그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23560" y="3726180"/>
            <a:ext cx="2857500" cy="17145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97880" y="3982212"/>
            <a:ext cx="23088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17개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4732020"/>
            <a:ext cx="23088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시/도 행정구역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검증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09660" y="3726180"/>
            <a:ext cx="2857500" cy="17145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83980" y="3982212"/>
            <a:ext cx="23088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4종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983980" y="4732020"/>
            <a:ext cx="23088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연동한 외부 API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(공공데이터·주소·검색·AI)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725912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경험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2376" y="2116836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548" y="2209008"/>
            <a:ext cx="474025" cy="4740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8288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 배포와 반복적인 피드백 반영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2258568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76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외부 사용자에게 배포하고, 3차례에 걸쳐 받은 피드백을 우선순위화해 반복적으로 반영했습니다.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22376" y="3534156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48" y="3626328"/>
            <a:ext cx="474025" cy="4740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0200" y="32461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 + LLM Function Calling 결합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600200" y="3675888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76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공공데이터 API와 LLM 도구 호출(Function Calling)을 결합해, 회원 조건에 맞는 복지서비스를 추천하는 로직을 설계·구현했습니다.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22376" y="4951476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48" y="5043648"/>
            <a:ext cx="474025" cy="47402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0200" y="466344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버그 진단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600200" y="5093208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76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리뷰, 실제 API 응답 비교, 전수·경계값 테스트 등 다양한 방식으로 코드 리뷰만으로는 찾기 어려운 버그를 직접 진단했습니다.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0725912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" y="2034540"/>
            <a:ext cx="502920" cy="50292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229" y="2104949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048256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97480"/>
            <a:ext cx="289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76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Uvicorn · Jinja2 · Pydantic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58640" y="1828800"/>
            <a:ext cx="344424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64380" y="2034540"/>
            <a:ext cx="502920" cy="50292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789" y="210494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81600" y="2048256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632960" y="2697480"/>
            <a:ext cx="289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76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CSS · Alpine.js · Chart.js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77200" y="1828800"/>
            <a:ext cx="344424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82940" y="2034540"/>
            <a:ext cx="502920" cy="50292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349" y="210494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00160" y="2048256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&amp; AUTH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351520" y="2697480"/>
            <a:ext cx="289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76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(PostgreSQL) · Supabase Auth (JWT)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44424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45820" y="4274820"/>
            <a:ext cx="502920" cy="50292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9" y="4345229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4288536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914400" y="4937760"/>
            <a:ext cx="289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76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API · Function Calling · Tavily 웹검색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58640" y="4069080"/>
            <a:ext cx="344424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64380" y="4274820"/>
            <a:ext cx="502920" cy="50292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789" y="4345229"/>
            <a:ext cx="362102" cy="3621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81600" y="4288536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연동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632960" y="4937760"/>
            <a:ext cx="289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76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공공데이터포털 API · Kakao 주소검색 API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77200" y="4069080"/>
            <a:ext cx="344424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82940" y="4274820"/>
            <a:ext cx="502920" cy="50292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3349" y="4345229"/>
            <a:ext cx="362102" cy="36210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00160" y="4288536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&amp; 배포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351520" y="4937760"/>
            <a:ext cx="289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76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python-docx · Git/GitHub · ngrok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10725912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FastAPI 서버가 화면 렌더링과 API를 함께 처리하고, 회원 데이터·인증·외부 데이터 조회를 각각의 서비스에 위임합니다.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F4F6F9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86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+ Alpine.js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14600" y="3931920"/>
            <a:ext cx="502920" cy="0"/>
          </a:xfrm>
          <a:prstGeom prst="line">
            <a:avLst/>
          </a:prstGeom>
          <a:noFill/>
          <a:ln w="22225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54680" y="333756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E6EF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54680" y="3474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서버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38587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C5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Jinja2 템플릿 렌더링 (화면)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C5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(/api/*)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77840" y="3931920"/>
            <a:ext cx="502920" cy="0"/>
          </a:xfrm>
          <a:prstGeom prst="line">
            <a:avLst/>
          </a:prstGeom>
          <a:noFill/>
          <a:ln w="22225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63640" y="2980944"/>
            <a:ext cx="1630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3368" y="3072384"/>
            <a:ext cx="1411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373368" y="3401568"/>
            <a:ext cx="1411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· 회원 데이터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077200" y="2980944"/>
            <a:ext cx="1630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6928" y="3072384"/>
            <a:ext cx="1411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Auth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186928" y="3401568"/>
            <a:ext cx="1411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로그인 · 세션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890760" y="2980944"/>
            <a:ext cx="1630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00488" y="3072384"/>
            <a:ext cx="1411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공공데이터포털 API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000488" y="3401568"/>
            <a:ext cx="1411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복지서비스 (XML)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63640" y="4014216"/>
            <a:ext cx="1630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3368" y="4105656"/>
            <a:ext cx="1411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Kakao 주소검색 API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373368" y="4434840"/>
            <a:ext cx="1411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도로명 주소 조회 (JSON)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077200" y="4014216"/>
            <a:ext cx="1630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86928" y="4105656"/>
            <a:ext cx="1411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Tavily API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186928" y="4434840"/>
            <a:ext cx="1411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검색 (JSON)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890760" y="4014216"/>
            <a:ext cx="1630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00488" y="4105656"/>
            <a:ext cx="1411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API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000488" y="4434840"/>
            <a:ext cx="1411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Calling 추천 생성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10725912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설계 (ERD 요약)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9494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6949440" cy="502920"/>
          </a:xfrm>
          <a:prstGeom prst="roundRect">
            <a:avLst>
              <a:gd name="adj" fmla="val 18182"/>
            </a:avLst>
          </a:prstGeom>
          <a:solidFill>
            <a:srgbClr val="F4F6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231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76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정보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4231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id, name, gender, birth_date, address, phone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4553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76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복지 분류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314553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welfare_type, household_types, has_disability, disability_type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86791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76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정보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86791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consent_personal, consent_sensitive, consent_third_party, consent_portrait, consent_signed_at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59028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76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· 등록 정보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459028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emergency_contact_name/relation/phone, join_route, has_illness, illness_type, has_career, career_type, counselor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31266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76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관리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531266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member_no, photo_data, signature_data, created_at, updated_at, deleted_at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09560" y="1737360"/>
            <a:ext cx="363931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09560" y="1737360"/>
            <a:ext cx="3639312" cy="502920"/>
          </a:xfrm>
          <a:prstGeom prst="roundRect">
            <a:avLst>
              <a:gd name="adj" fmla="val 18182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183880" y="173736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2359152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(FK → auth.users.id)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 (staff / admin)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710928" y="3246120"/>
            <a:ext cx="0" cy="0"/>
          </a:xfrm>
          <a:prstGeom prst="line">
            <a:avLst/>
          </a:prstGeom>
          <a:noFill/>
          <a:ln w="22225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729216" y="3108960"/>
            <a:ext cx="0" cy="32004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909560" y="3520440"/>
            <a:ext cx="3639312" cy="1051560"/>
          </a:xfrm>
          <a:prstGeom prst="roundRect">
            <a:avLst>
              <a:gd name="adj" fmla="val 8696"/>
            </a:avLst>
          </a:prstGeom>
          <a:ln w="12700">
            <a:solidFill>
              <a:srgbClr val="8A93A0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183880" y="363931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76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auth.users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3931920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관리 테이블. 계정 생성 시 트리거로 profiles에 자동 등록됩니다.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725912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해결 사례 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4767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6EF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476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4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검증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048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동의 절차 누락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63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0632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화면에서 동의를 묻지 않는데도, 서버에는 항상 "동의함"이 고정 전송되고 있었음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95935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95935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리뷰 중 폼 제출 로직이 사용자 입력과 무관하게 고정값을 보내고 있는 것을 확인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85546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85546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동의 체크박스 3종과 제출 시점 검증 로직을 추가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530352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194767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6EF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19476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4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연동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4048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 복지서비스 상세정보 공백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063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30632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 복지서비스는 조회는 되지만, 주관기관·개요 등 상세 항목이 항상 빈 값으로 표시됨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95935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395935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API를 직접 호출해 실제 XML 응답 원문을 확인 — 문서와 다른 필드명을 쓰고 있음을 확인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85546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485546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응답 필드명 기준으로 매핑 수정 (예: jurMnofNm → bizChrDeptNm)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0725912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해결 사례 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4767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6EF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476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4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데이터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048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지역 복지서비스 0건 조회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63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0632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주소(전라북도)의 회원만 지자체 복지서비스가 전혀 조회되지 않음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95935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95935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17개 시/도 명칭을 정부 API에 전수 질의해 결과 건수를 비교하는 방식으로 원인을 좁힘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85546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85546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개편된 행정구역명("전북특별자치도") 매핑 누락분 추가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530352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194767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6EF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19476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4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 로직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4048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생년월일 오저장 버그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063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30632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형식("19-01-01")의 생년월일이 오류 표시 없이 "1919년"으로 저장됨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95935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395935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입력 형식을 직접 테스트하며, 정규식 처리 순서에 조합 결함이 있음을 확인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85546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485546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구분자가 있는 잘못된 형식이 다른 규칙으로 재해석되지 않도록 파싱 로직 수정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외에도 로그인 세션 무한 리다이렉트, AI 응답 지연의 원인(로컬 모델 설정 오류) 등을 직접 진단하고 수정했습니다.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725912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배포하고, 실사용자 피드백을 받으며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완성한 프로젝트입니다.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28700" y="3954780"/>
            <a:ext cx="777240" cy="777240"/>
          </a:xfrm>
          <a:prstGeom prst="ellipse">
            <a:avLst/>
          </a:prstGeom>
          <a:solidFill>
            <a:srgbClr val="1728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514" y="4063594"/>
            <a:ext cx="559613" cy="55961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20240" y="40416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github.com/lwk5803/WelfareApp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920240" y="44074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코드, 커밋 히스토리, 개발 기록을 확인하실 수 있습니다.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[이메일 주소]   ·   [연락처]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2026-09-08T03:31:30Z</dcterms:created>
  <dcterms:modified xsi:type="dcterms:W3CDTF">2026-09-08T03:31:30Z</dcterms:modified>
</cp:coreProperties>
</file>